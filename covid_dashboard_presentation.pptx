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COVID-19 Data Visualization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Visualization Project by Anas Hussain</a:t>
            </a:r>
          </a:p>
          <a:p>
            <a:r>
              <a:t>Date: 2025</a:t>
            </a:r>
          </a:p>
          <a:p>
            <a:r>
              <a:t>Contact: anashussain0311@gmail.com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Overview of the project:</a:t>
            </a:r>
          </a:p>
          <a:p>
            <a:r>
              <a:t>- Visualizing COVID-19 data from different countries</a:t>
            </a:r>
          </a:p>
          <a:p>
            <a:r>
              <a:t>- Key components: Data cleaning, visualization, prediction models</a:t>
            </a:r>
          </a:p>
          <a:p>
            <a:r>
              <a:t>- Tools: Python, Pandas, Seaborn, Matplotlib, Plotly, Streamlit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Data source: "Our World in Data" for COVID-19 statistics</a:t>
            </a:r>
          </a:p>
          <a:p>
            <a:r>
              <a:t>Columns: Country, Date, DailyCasesPerMillion</a:t>
            </a:r>
          </a:p>
          <a:p>
            <a:r>
              <a:t>Example of raw data will be shown.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